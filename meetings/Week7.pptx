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34"/>
  </p:normalViewPr>
  <p:slideViewPr>
    <p:cSldViewPr snapToGrid="0">
      <p:cViewPr varScale="1">
        <p:scale>
          <a:sx n="100" d="100"/>
          <a:sy n="100" d="100"/>
        </p:scale>
        <p:origin x="14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FBD4-EA63-51CC-AE51-E2C012D93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B73FD-DA11-4911-D5B5-15509E11C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6706D-ADB4-06DA-9490-3CD40A3E2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05B1-5FE7-C74B-8E60-747060056BB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B184A-CCDF-B2D7-28EC-88D45F77B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CA73F-2643-7619-F0E9-C83CF52A6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5E18-C377-F844-B84E-D2FC86900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40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E9B78-77E8-B244-81D5-01AE03DBE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EF32F-ED7D-0928-7D46-B2BDD54C4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A1E92-E8B1-8754-B4DC-7A64B64F7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05B1-5FE7-C74B-8E60-747060056BB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3293D-36E0-AC48-7A6F-8E69E32ED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60C7B-9E8B-D4B6-B14B-F7E35BF10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5E18-C377-F844-B84E-D2FC86900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563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F4459-5316-8294-EBE5-1F0E672F9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DD606-38C4-F68E-FD1B-B05E8B1A7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A624F-5393-FFD9-2ADE-B5D799842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05B1-5FE7-C74B-8E60-747060056BB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3BD14-72C7-BEAB-3D60-F59F575C4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DFBF9-5A93-BBE1-C8A8-F17AF2E27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5E18-C377-F844-B84E-D2FC86900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80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C8AA-412A-5C61-6E5A-FC16AAA3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B1B5F-1478-D934-A0D1-BE6127CCB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C3113-5A63-CD0C-1AD5-599A4B3D2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BC26A-C1EA-7176-766C-C2876510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05B1-5FE7-C74B-8E60-747060056BB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02272-EAE9-85F6-8CFD-200DD162E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0C046-7F25-65C5-1ECE-ACDB69657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5E18-C377-F844-B84E-D2FC86900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810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92A5-5956-EBDD-68E5-569A60557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7C9BB-2D3B-1816-C358-6E9930594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AF0F2-7FC0-1102-5CA7-4FEFC6CE9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18A601-3938-1DE5-FE2C-43B818443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A063EC-2E64-D433-41CE-6B6B6B8609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61BF82-9050-1BB4-F697-4CE86961E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05B1-5FE7-C74B-8E60-747060056BB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1D8E58-984C-085B-B5BD-95480D241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D70D9B-B7F0-3132-6F3E-70AC4C17F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5E18-C377-F844-B84E-D2FC86900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376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4115C-0899-B8E5-2783-CE5934312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521748-8D5E-F7E8-1110-BD59B086B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05B1-5FE7-C74B-8E60-747060056BB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A080C-F3AF-2F85-AB6E-832F3A515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4BE9C6-C4E1-25F5-6F5F-BB03B5524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5E18-C377-F844-B84E-D2FC86900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405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E097A8-780C-984E-4789-CABE59E3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05B1-5FE7-C74B-8E60-747060056BB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28FB93-4079-2EC9-BC1A-26A2F1BE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5EACC-A6CF-413A-908F-C3C9A11E4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5E18-C377-F844-B84E-D2FC86900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63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94149-AD6A-D636-DB6A-BA73B3BD3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1C2D3-8CE4-0932-F6F9-C94093E6F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F5576-729D-D761-824A-DBF86F000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9122A-B39D-9703-C03B-32B11BBC5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05B1-5FE7-C74B-8E60-747060056BB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F1FD6A-371E-BF35-34F2-16799C826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79AA1-7679-140F-925C-7BC7359B6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5E18-C377-F844-B84E-D2FC86900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3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9DDCD-B5E9-3435-ABAD-FA135E6BF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679F28-C3B6-2FA1-0BBB-3FE5CEB484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A944F-F9B2-5FE0-6AEC-81F6263D7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CE4B7-84CD-A2A3-B3B2-794078765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05B1-5FE7-C74B-8E60-747060056BB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3A10F-83A7-445C-E2E8-8D4F02CDA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04DF4-0B4C-639B-59EF-24B21615A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5E18-C377-F844-B84E-D2FC86900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32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2BF7D-A32B-8CA6-CE80-415D0A34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BE8C86-EFD0-6A87-A916-B2649884F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4D722-6B80-D778-8E70-D049F033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05B1-5FE7-C74B-8E60-747060056BB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9D68F-E524-678B-B964-4437C166F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7EB81-F762-8CB9-E997-C65E79722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5E18-C377-F844-B84E-D2FC86900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87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D1A178-E588-DB8A-68F5-B210F39A84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4B300-6D02-47E9-5F83-A73716741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166B6-5B67-E88F-84EA-AE21EB2D0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05B1-5FE7-C74B-8E60-747060056BB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4428C-9A00-2B2E-8883-9073F2930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274D8-D694-55FF-A856-0E482FEA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5E18-C377-F844-B84E-D2FC86900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86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98CD1D-337A-9623-29E5-1DBC4A0D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0D804-AEEA-D7EA-9B62-56AF38C07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AE84F-4D47-D523-C8F8-EC64909E2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BF05B1-5FE7-C74B-8E60-747060056BB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0C6BB-CAC2-BA5F-D29C-05AA23F174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43CE0-8929-CD3B-4BD3-E26DA2CAE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95E18-C377-F844-B84E-D2FC86900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69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F858A-28CB-90A9-1195-C1E66CA795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28F17A-928E-BEB4-FAEA-8000AAEFED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47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6F97A-C503-4081-B9DE-21837839E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Rewrite training loop with </a:t>
            </a:r>
            <a:r>
              <a:rPr lang="en-US" dirty="0" err="1"/>
              <a:t>lax.scan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C1D0D-7426-9B8E-675F-5A8387BFA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95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73BD8-7607-3114-91FA-73F52799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noise to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A2498-3D0F-ABCF-434C-8C8ADF837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17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136BB-BE62-4E0A-DD8D-76C881A6E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UDE paper Lotka-Volterra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C2E6F-55D3-70C6-E8D8-0322C8216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90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38B19-89A2-D09E-67E1-5F5BE06FE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from parameter recovery?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D4C62-35F5-559E-D448-8D5F1C91B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Ax + by</a:t>
            </a:r>
          </a:p>
          <a:p>
            <a:r>
              <a:rPr lang="en-US" dirty="0"/>
              <a:t>Ax + </a:t>
            </a:r>
            <a:r>
              <a:rPr lang="en-US" dirty="0" err="1"/>
              <a:t>r_theta</a:t>
            </a:r>
            <a:r>
              <a:rPr lang="en-US" dirty="0"/>
              <a:t> * y</a:t>
            </a:r>
          </a:p>
        </p:txBody>
      </p:sp>
    </p:spTree>
    <p:extLst>
      <p:ext uri="{BB962C8B-B14F-4D97-AF65-F5344CB8AC3E}">
        <p14:creationId xmlns:p14="http://schemas.microsoft.com/office/powerpoint/2010/main" val="201683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52CF0-BA15-7AC4-CDB5-873F82749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Lotka</a:t>
            </a:r>
            <a:r>
              <a:rPr lang="en-US" altLang="zh-CN" dirty="0"/>
              <a:t>-V</a:t>
            </a:r>
            <a:r>
              <a:rPr lang="en-US" dirty="0"/>
              <a:t>olterra with carrying capacity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64C7D-FFAE-BC54-BFBB-A8B0E9279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web.ma.utexas.edu</a:t>
            </a:r>
            <a:r>
              <a:rPr lang="en-US" dirty="0"/>
              <a:t>/users/m408n/M408R/2016/LM4-1-7.html</a:t>
            </a:r>
          </a:p>
        </p:txBody>
      </p:sp>
    </p:spTree>
    <p:extLst>
      <p:ext uri="{BB962C8B-B14F-4D97-AF65-F5344CB8AC3E}">
        <p14:creationId xmlns:p14="http://schemas.microsoft.com/office/powerpoint/2010/main" val="1496264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B23CD-FF15-3E98-5467-1AEACDCE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stopping use validation loss or </a:t>
            </a:r>
            <a:r>
              <a:rPr lang="en-US"/>
              <a:t>training loss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5CF25-20B1-C00F-C49F-359EEAA7F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76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66</Words>
  <Application>Microsoft Macintosh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Week 7</vt:lpstr>
      <vt:lpstr>Rewrite training loop with lax.scan</vt:lpstr>
      <vt:lpstr>Add noise to the data</vt:lpstr>
      <vt:lpstr>UDE paper Lotka-Volterra model</vt:lpstr>
      <vt:lpstr>Different from parameter recovery?</vt:lpstr>
      <vt:lpstr>Lotka-Volterra with carrying capacity</vt:lpstr>
      <vt:lpstr>Early stopping use validation loss or training loss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 Wang</dc:creator>
  <cp:lastModifiedBy>Lu Wang</cp:lastModifiedBy>
  <cp:revision>2</cp:revision>
  <dcterms:created xsi:type="dcterms:W3CDTF">2026-06-17T21:01:08Z</dcterms:created>
  <dcterms:modified xsi:type="dcterms:W3CDTF">2026-06-18T05:21:35Z</dcterms:modified>
</cp:coreProperties>
</file>