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4"/>
  </p:normalViewPr>
  <p:slideViewPr>
    <p:cSldViewPr snapToGrid="0">
      <p:cViewPr>
        <p:scale>
          <a:sx n="96" d="100"/>
          <a:sy n="96" d="100"/>
        </p:scale>
        <p:origin x="14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63C7C-76EE-0F51-033E-FD73A65B6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4C7D2-7419-B724-13D8-7883A0960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98FD2-1EAB-3798-EA06-5620E19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C4605-BE0E-F598-CA7F-99D35A7C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91692-6F7F-4CB5-D8FB-9A2650FB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8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5E2C-4EA1-A68A-3EB0-82DA4CAD6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B854D-312D-FB88-E9B1-D6CB7F9CB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EBB4-A7C3-0EBE-1494-72EDED8E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073FF-4788-8A1E-23D9-67E0412E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F24BE-6372-6EBE-D39D-7FE44FCD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7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B8125-E451-43E8-220B-51525B70D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FBD7D-2A02-6598-0068-00B0E79E5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59C54-EE6D-F965-E85F-7A48FEAB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8C084-7710-9946-BAE2-5AB4DF88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9B51B-8AF2-5A5F-86A8-4D45D7C8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81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D090B-D035-43CA-88BC-B5E552B8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D1E4D-1BF1-9C37-A272-55C3CA63C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A8A51-026A-CEFB-D8B4-D32D33693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233AB-5276-1498-1998-9EEF8866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B86C8-235D-3606-9CFC-C62174C1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4C4AA-3CDC-242E-288A-04CFF7EA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1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2C5B-0937-6078-EEBB-C704947E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7A6D6-A2A8-EA7C-4581-E8D6CE019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F7435-A71A-1549-06DE-F1420046D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0DCE4-F26A-0B4B-3460-283CBD338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96A37-7663-7EE8-856D-B0F907A37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8BB0C-552B-E573-AE04-B044AFBA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D859C-967C-94A9-4F4B-6D7D0F3B7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9E0AC-818E-25DB-7C7B-3ED33A20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1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A035-5AAC-FCEB-20E6-B9102DAF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32AA3-6329-A992-53B0-AC4090E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3873F-2834-109A-5149-26BD3986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4B45E-2506-39FE-F09D-EC0C21EA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8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EE1D6C-3EC9-53F8-1EC7-21F8F4FD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2D585-3A67-AC82-BD32-22B23848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56CD8-154A-27A6-5BDD-AD77EF07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80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8222-8FEB-CD09-6F30-B7797ADE6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71C6-250A-3CC8-938D-84CBD1B7D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906B7-B833-11C8-1820-9DE55B377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0435B-966D-8B75-B0A3-87FFAEB7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6BE69-464F-E48F-E799-63FAC3F5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03F55-BCA6-D088-0DB1-D037512F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1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2956-A780-6ACE-4FA1-C73BD7C37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8573C6-C5BD-F9A0-F293-AC2196A75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8533A-4763-939E-5DAC-8686FF900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1D535-E822-B434-BD4B-E405D7CF4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97918-D9DA-8100-F3B2-382CCCE1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83910-F8A2-CDEF-7E5A-6141486B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43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C4FDD-E9CC-3505-7366-2943107C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D6C20-374E-157A-5E4E-A78EF740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2F7A9-7378-B40B-B65B-7E036C913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8867-144B-6BDA-CE86-EE9295071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29363-C971-B9C7-A426-B645E73A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3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A6394-2EE8-9B03-D291-7A3B8A383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0A668-31E2-A4CE-45CF-DADF5F289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6D9B5-DEAA-6A9A-B34D-2AF7E51B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0DBBA-B72E-F79D-4CF7-9BF622F7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B604-4B25-7ACC-1B77-53D0A345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692A7E-C759-1F60-3697-1A16E195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12782-AF3D-1A5B-3C41-23605327D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6F29C-CA1C-BBF9-5961-2C829AA84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14EE5-325F-D740-A5CA-DF17155F00E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21AF5-01AC-E7D2-5BCA-A60B1DA0D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31331-14AA-0684-8438-CADCDD0BB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5FAC5-A36A-A842-9622-3DE0AC60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7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8E78-AA40-BBA5-9E3F-F883F7047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1B963-AEA6-B701-BDE1-4054011F1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081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igh angle view of rulers against a white background">
            <a:extLst>
              <a:ext uri="{FF2B5EF4-FFF2-40B4-BE49-F238E27FC236}">
                <a16:creationId xmlns:a16="http://schemas.microsoft.com/office/drawing/2014/main" id="{052BCE75-8CD1-89A9-DE40-405218A8D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6D716-6B80-1277-45AB-D568E536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				Input Scaling</a:t>
            </a:r>
          </a:p>
        </p:txBody>
      </p:sp>
    </p:spTree>
    <p:extLst>
      <p:ext uri="{BB962C8B-B14F-4D97-AF65-F5344CB8AC3E}">
        <p14:creationId xmlns:p14="http://schemas.microsoft.com/office/powerpoint/2010/main" val="193174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F983FD-2323-E82D-389F-82BB8F5C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4038037"/>
            <a:ext cx="5107366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	</a:t>
            </a:r>
            <a:r>
              <a:rPr lang="en-US" altLang="zh-CN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             </a:t>
            </a: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parameter</a:t>
            </a:r>
            <a:r>
              <a:rPr lang="en-US" altLang="zh-CN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error</a:t>
            </a:r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E3F8BF-621F-63A3-87B8-922CC0A7A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359" y="1599819"/>
            <a:ext cx="10843065" cy="1301168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859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tock exchange numbers">
            <a:extLst>
              <a:ext uri="{FF2B5EF4-FFF2-40B4-BE49-F238E27FC236}">
                <a16:creationId xmlns:a16="http://schemas.microsoft.com/office/drawing/2014/main" id="{AA119F46-A89D-1710-7FF9-62A61B77A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95" b="7008"/>
          <a:stretch>
            <a:fillRect/>
          </a:stretch>
        </p:blipFill>
        <p:spPr>
          <a:xfrm>
            <a:off x="-4" y="-16897"/>
            <a:ext cx="12192003" cy="6884632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4083" y="1474755"/>
            <a:ext cx="3943552" cy="3927961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4035D-8780-2DA2-DA51-827C8D47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856" y="2209316"/>
            <a:ext cx="3069083" cy="19455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	             amount of initial points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48256A-88AC-4254-406B-0E8EE2CC2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5334" y="1940933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54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ipette putting a sample on a petri dish">
            <a:extLst>
              <a:ext uri="{FF2B5EF4-FFF2-40B4-BE49-F238E27FC236}">
                <a16:creationId xmlns:a16="http://schemas.microsoft.com/office/drawing/2014/main" id="{88D89115-9CC2-2C26-0050-6E47BBC83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tx1"/>
              </a:gs>
              <a:gs pos="35000">
                <a:schemeClr val="tx1">
                  <a:alpha val="77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36140-CE5B-1CEE-FF06-311E2159D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>
                <a:solidFill>
                  <a:schemeClr val="bg1"/>
                </a:solidFill>
              </a:rPr>
              <a:t>  		        Lotka-</a:t>
            </a:r>
            <a:r>
              <a:rPr lang="en-US" sz="5200" dirty="0" err="1">
                <a:solidFill>
                  <a:schemeClr val="bg1"/>
                </a:solidFill>
              </a:rPr>
              <a:t>voterra</a:t>
            </a:r>
            <a:r>
              <a:rPr lang="en-US" sz="5200" dirty="0">
                <a:solidFill>
                  <a:schemeClr val="bg1"/>
                </a:solidFill>
              </a:rPr>
              <a:t> experiments</a:t>
            </a:r>
          </a:p>
        </p:txBody>
      </p:sp>
    </p:spTree>
    <p:extLst>
      <p:ext uri="{BB962C8B-B14F-4D97-AF65-F5344CB8AC3E}">
        <p14:creationId xmlns:p14="http://schemas.microsoft.com/office/powerpoint/2010/main" val="1526402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10D5F4-736A-A1F4-28E5-8901A2FDF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54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2C85F1-A25E-ACF0-F435-AF8D6EFBD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35585" y="871147"/>
            <a:ext cx="0" cy="5114714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949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6C8E98-4A89-4900-EF0C-2DBDB434D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81" r="1" b="1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2C85F1-A25E-ACF0-F435-AF8D6EFBD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35585" y="871147"/>
            <a:ext cx="0" cy="5114714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494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95CF39-A0B7-BDEC-850C-02658DB7C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81" b="1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2C85F1-A25E-ACF0-F435-AF8D6EFBD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35585" y="871147"/>
            <a:ext cx="0" cy="5114714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959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31" name="Freeform: Shape 28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3DF09-3555-01EB-A0CF-5096AB8E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Duffering </a:t>
            </a: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Oscillator</a:t>
            </a:r>
          </a:p>
        </p:txBody>
      </p:sp>
      <p:sp>
        <p:nvSpPr>
          <p:cNvPr id="38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0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2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99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F26AC-6524-7338-E4EA-A793B958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88D1A-FBCD-A5AB-34B7-69B5B4B06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28</Words>
  <Application>Microsoft Macintosh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Week 6</vt:lpstr>
      <vt:lpstr>    Input Scaling</vt:lpstr>
      <vt:lpstr>                parameter error</vt:lpstr>
      <vt:lpstr>              amount of initial points</vt:lpstr>
      <vt:lpstr>            Lotka-voterra experiments</vt:lpstr>
      <vt:lpstr>PowerPoint Presentation</vt:lpstr>
      <vt:lpstr>PowerPoint Presentation</vt:lpstr>
      <vt:lpstr>PowerPoint Presentation</vt:lpstr>
      <vt:lpstr> Duffering Oscillator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Lu Wang</cp:lastModifiedBy>
  <cp:revision>2</cp:revision>
  <dcterms:created xsi:type="dcterms:W3CDTF">2026-06-10T22:55:36Z</dcterms:created>
  <dcterms:modified xsi:type="dcterms:W3CDTF">2026-06-11T19:34:39Z</dcterms:modified>
</cp:coreProperties>
</file>