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1" r:id="rId7"/>
    <p:sldId id="262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34"/>
  </p:normalViewPr>
  <p:slideViewPr>
    <p:cSldViewPr snapToGrid="0">
      <p:cViewPr>
        <p:scale>
          <a:sx n="135" d="100"/>
          <a:sy n="135" d="100"/>
        </p:scale>
        <p:origin x="-104" y="-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63C7C-76EE-0F51-033E-FD73A65B6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34C7D2-7419-B724-13D8-7883A0960D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098FD2-1EAB-3798-EA06-5620E19AA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14EE5-325F-D740-A5CA-DF17155F00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AC4605-BE0E-F598-CA7F-99D35A7C1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991692-6F7F-4CB5-D8FB-9A2650FB4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5FAC5-A36A-A842-9622-3DE0AC6033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1838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55E2C-4EA1-A68A-3EB0-82DA4CAD6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FB854D-312D-FB88-E9B1-D6CB7F9CB1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F9EBB4-A7C3-0EBE-1494-72EDED8E0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14EE5-325F-D740-A5CA-DF17155F00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1073FF-4788-8A1E-23D9-67E0412EA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2F24BE-6372-6EBE-D39D-7FE44FCDE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5FAC5-A36A-A842-9622-3DE0AC6033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0706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B8125-E451-43E8-220B-51525B70D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5FBD7D-2A02-6598-0068-00B0E79E5A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759C54-EE6D-F965-E85F-7A48FEABE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14EE5-325F-D740-A5CA-DF17155F00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C8C084-7710-9946-BAE2-5AB4DF884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59B51B-8AF2-5A5F-86A8-4D45D7C84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5FAC5-A36A-A842-9622-3DE0AC6033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581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D090B-D035-43CA-88BC-B5E552B80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D1E4D-1BF1-9C37-A272-55C3CA63C7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0A8A51-026A-CEFB-D8B4-D32D336930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233AB-5276-1498-1998-9EEF88665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14EE5-325F-D740-A5CA-DF17155F00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DB86C8-235D-3606-9CFC-C62174C19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74C4AA-3CDC-242E-288A-04CFF7EA8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5FAC5-A36A-A842-9622-3DE0AC6033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116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E2C5B-0937-6078-EEBB-C704947EB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97A6D6-A2A8-EA7C-4581-E8D6CE019A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1F7435-A71A-1549-06DE-F1420046D0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30DCE4-F26A-0B4B-3460-283CBD3384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896A37-7663-7EE8-856D-B0F907A376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B8BB0C-552B-E573-AE04-B044AFBA7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14EE5-325F-D740-A5CA-DF17155F00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8D859C-967C-94A9-4F4B-6D7D0F3B7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A9E0AC-818E-25DB-7C7B-3ED33A20F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5FAC5-A36A-A842-9622-3DE0AC6033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9155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6A035-5AAC-FCEB-20E6-B9102DAFE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632AA3-6329-A992-53B0-AC4090E49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14EE5-325F-D740-A5CA-DF17155F00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23873F-2834-109A-5149-26BD39861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B4B45E-2506-39FE-F09D-EC0C21EAB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5FAC5-A36A-A842-9622-3DE0AC6033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388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EE1D6C-3EC9-53F8-1EC7-21F8F4FDB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14EE5-325F-D740-A5CA-DF17155F00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92D585-3A67-AC82-BD32-22B238488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056CD8-154A-27A6-5BDD-AD77EF078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5FAC5-A36A-A842-9622-3DE0AC6033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180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48222-8FEB-CD09-6F30-B7797ADE6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D71C6-250A-3CC8-938D-84CBD1B7D8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C906B7-B833-11C8-1820-9DE55B3774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60435B-966D-8B75-B0A3-87FFAEB7C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14EE5-325F-D740-A5CA-DF17155F00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36BE69-464F-E48F-E799-63FAC3F50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703F55-BCA6-D088-0DB1-D037512F9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5FAC5-A36A-A842-9622-3DE0AC6033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514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12956-A780-6ACE-4FA1-C73BD7C37E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8573C6-C5BD-F9A0-F293-AC2196A752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B8533A-4763-939E-5DAC-8686FF900F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E1D535-E822-B434-BD4B-E405D7CF4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14EE5-325F-D740-A5CA-DF17155F00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E97918-D9DA-8100-F3B2-382CCCE14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983910-F8A2-CDEF-7E5A-6141486B0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5FAC5-A36A-A842-9622-3DE0AC6033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83434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C4FDD-E9CC-3505-7366-2943107CB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2D6C20-374E-157A-5E4E-A78EF74014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52F7A9-7378-B40B-B65B-7E036C913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14EE5-325F-D740-A5CA-DF17155F00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DA8867-144B-6BDA-CE86-EE9295071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29363-C971-B9C7-A426-B645E73A1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5FAC5-A36A-A842-9622-3DE0AC6033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439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1A6394-2EE8-9B03-D291-7A3B8A383D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A0A668-31E2-A4CE-45CF-DADF5F289E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36D9B5-DEAA-6A9A-B34D-2AF7E51BC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14EE5-325F-D740-A5CA-DF17155F00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50DBBA-B72E-F79D-4CF7-9BF622F7D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CB604-4B25-7ACC-1B77-53D0A3454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5FAC5-A36A-A842-9622-3DE0AC6033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1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692A7E-C759-1F60-3697-1A16E195D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B12782-AF3D-1A5B-3C41-23605327D4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C6F29C-CA1C-BBF9-5961-2C829AA84B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E14EE5-325F-D740-A5CA-DF17155F00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921AF5-01AC-E7D2-5BCA-A60B1DA0DA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431331-14AA-0684-8438-CADCDD0BBB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25FAC5-A36A-A842-9622-3DE0AC6033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179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08E78-AA40-BBA5-9E3F-F883F704754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Week 6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21B963-AEA6-B701-BDE1-4054011F1E5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10815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High angle view of rulers against a white background">
            <a:extLst>
              <a:ext uri="{FF2B5EF4-FFF2-40B4-BE49-F238E27FC236}">
                <a16:creationId xmlns:a16="http://schemas.microsoft.com/office/drawing/2014/main" id="{052BCE75-8CD1-89A9-DE40-405218A8D9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730"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F6D716-6B80-1277-45AB-D568E5362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				Input Scaling</a:t>
            </a:r>
          </a:p>
        </p:txBody>
      </p:sp>
    </p:spTree>
    <p:extLst>
      <p:ext uri="{BB962C8B-B14F-4D97-AF65-F5344CB8AC3E}">
        <p14:creationId xmlns:p14="http://schemas.microsoft.com/office/powerpoint/2010/main" val="19317406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7BD7CC6-2F7F-4587-8E92-D041AB2CEB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E7ED1F4-19EF-4BC2-A6EA-DF1525142B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EE7C14F-442F-4416-A4A9-6DA10263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7AC4CCD-70AA-4916-97EA-D9C12FED1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C5694289-EA59-4679-9DB4-0646321A8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2EDAD0A-6995-496D-9789-A34C66F5DC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CBBB211-248C-4F94-900A-80CD8D52F3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8DCC953-87D5-419D-A529-94A9462512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F67D0B7-A0F4-47EB-8DF7-2630C056AB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A3919D60-F174-4FEB-9E9D-5AF6BD6597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8EF7474-F1F7-47A7-AF33-E38A86EBF6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B14C3B3-01E7-4DD2-80BC-D6605BDB3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9E2ED25-9BE8-462A-BE54-D3E506DBA2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3E48329-07A0-4DBB-9D0C-0614AE372F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ED609B4-86D5-44D5-8511-42AE9B129B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912E1BF-76C2-49D5-A5AC-1CE20255C4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4E6722B-B0C0-4A43-91F6-6E2D6E2D7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8EAB6DA-9741-4668-8E47-957CD5151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36EC6AA-9E44-4DD2-B718-EE04111414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38DE653-B3C7-49E5-A3B0-6C00B26083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90AE89EB-4F51-4181-9475-7E1048FB3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78285A0-9022-40FD-B520-91444BA16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0E2EED1A-F137-41BB-A555-7CDFF9C334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3E1EC980-DEDC-41BF-995C-1D471C90EC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A2F9486-DC13-4EDD-82CE-7FFC6F4846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46A2475-19E5-46B8-B7FE-C2CF42971F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0F983FD-2323-E82D-389F-82BB8F5C5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640" y="4038037"/>
            <a:ext cx="5107366" cy="2087424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		</a:t>
            </a:r>
            <a:r>
              <a:rPr lang="en-US" altLang="zh-CN" sz="4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             </a:t>
            </a:r>
            <a:r>
              <a:rPr lang="en-US" sz="4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parameter</a:t>
            </a:r>
            <a:r>
              <a:rPr lang="en-US" altLang="zh-CN" sz="4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error</a:t>
            </a:r>
            <a:endParaRPr lang="en-US" sz="4800" kern="120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4E3F8BF-621F-63A3-87B8-922CC0A7AD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1359" y="1599819"/>
            <a:ext cx="10843065" cy="1301168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91CD8CAA-4614-4393-ADD7-7FDFD8ABD7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4192" y="776904"/>
            <a:ext cx="304800" cy="429768"/>
            <a:chOff x="215328" y="-46937"/>
            <a:chExt cx="304800" cy="2773841"/>
          </a:xfrm>
        </p:grpSpPr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89F5BF84-4D12-40EB-B3CA-72B55341A8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ACF91815-2B4A-44C8-BAC2-6732AD11A9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523960DB-F7E9-40C5-BDC7-9700C71B18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A95623C8-E3C3-425E-B186-ADFF5B6702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85929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Stock exchange numbers">
            <a:extLst>
              <a:ext uri="{FF2B5EF4-FFF2-40B4-BE49-F238E27FC236}">
                <a16:creationId xmlns:a16="http://schemas.microsoft.com/office/drawing/2014/main" id="{AA119F46-A89D-1710-7FF9-62A61B77AF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395" b="7008"/>
          <a:stretch>
            <a:fillRect/>
          </a:stretch>
        </p:blipFill>
        <p:spPr>
          <a:xfrm>
            <a:off x="-4" y="-16897"/>
            <a:ext cx="12192003" cy="6884632"/>
          </a:xfrm>
          <a:prstGeom prst="rect">
            <a:avLst/>
          </a:prstGeom>
        </p:spPr>
      </p:pic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8870DEF6-46A2-D4F8-8BE6-91165D93E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04083" y="1474755"/>
            <a:ext cx="3943552" cy="3927961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4035D-8780-2DA2-DA51-827C8D4755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7856" y="2209316"/>
            <a:ext cx="3069083" cy="194552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/>
              <a:t>	             amount of initial points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748256A-88AC-4254-406B-0E8EE2CC2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275334" y="1940933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25417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 descr="Pipette putting a sample on a petri dish">
            <a:extLst>
              <a:ext uri="{FF2B5EF4-FFF2-40B4-BE49-F238E27FC236}">
                <a16:creationId xmlns:a16="http://schemas.microsoft.com/office/drawing/2014/main" id="{88D89115-9CC2-2C26-0050-6E47BBC83E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84" r="-1" b="-1"/>
          <a:stretch>
            <a:fillRect/>
          </a:stretch>
        </p:blipFill>
        <p:spPr>
          <a:xfrm>
            <a:off x="2522358" y="10"/>
            <a:ext cx="966964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066978" cy="6858000"/>
          </a:xfrm>
          <a:prstGeom prst="rect">
            <a:avLst/>
          </a:prstGeom>
          <a:gradFill>
            <a:gsLst>
              <a:gs pos="48000">
                <a:schemeClr val="tx1"/>
              </a:gs>
              <a:gs pos="35000">
                <a:schemeClr val="tx1">
                  <a:alpha val="77000"/>
                </a:schemeClr>
              </a:gs>
              <a:gs pos="19000">
                <a:schemeClr val="tx1">
                  <a:alpha val="38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336140-CE5B-1CEE-FF06-311E2159D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228" y="743447"/>
            <a:ext cx="3973385" cy="3692028"/>
          </a:xfrm>
          <a:noFill/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dirty="0">
                <a:solidFill>
                  <a:schemeClr val="bg1"/>
                </a:solidFill>
              </a:rPr>
              <a:t>  		        Lotka-</a:t>
            </a:r>
            <a:r>
              <a:rPr lang="en-US" sz="5200" dirty="0" err="1">
                <a:solidFill>
                  <a:schemeClr val="bg1"/>
                </a:solidFill>
              </a:rPr>
              <a:t>voterra</a:t>
            </a:r>
            <a:r>
              <a:rPr lang="en-US" sz="5200" dirty="0">
                <a:solidFill>
                  <a:schemeClr val="bg1"/>
                </a:solidFill>
              </a:rPr>
              <a:t> experiments</a:t>
            </a:r>
          </a:p>
        </p:txBody>
      </p:sp>
    </p:spTree>
    <p:extLst>
      <p:ext uri="{BB962C8B-B14F-4D97-AF65-F5344CB8AC3E}">
        <p14:creationId xmlns:p14="http://schemas.microsoft.com/office/powerpoint/2010/main" val="1526402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310D5F4-736A-A1F4-28E5-8901A2FDF1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054"/>
          <a:stretch>
            <a:fillRect/>
          </a:stretch>
        </p:blipFill>
        <p:spPr>
          <a:xfrm>
            <a:off x="603812" y="743712"/>
            <a:ext cx="10749989" cy="524214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D2C85F1-A25E-ACF0-F435-AF8D6EFBDC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35585" y="871147"/>
            <a:ext cx="0" cy="5114714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1949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46C8E98-4A89-4900-EF0C-2DBDB434D4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481" r="1" b="1"/>
          <a:stretch>
            <a:fillRect/>
          </a:stretch>
        </p:blipFill>
        <p:spPr>
          <a:xfrm>
            <a:off x="865141" y="871147"/>
            <a:ext cx="10488660" cy="5114714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D2C85F1-A25E-ACF0-F435-AF8D6EFBDC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35585" y="871147"/>
            <a:ext cx="0" cy="5114714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5494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595CF39-A0B7-BDEC-850C-02658DB7C8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081" b="1"/>
          <a:stretch>
            <a:fillRect/>
          </a:stretch>
        </p:blipFill>
        <p:spPr>
          <a:xfrm>
            <a:off x="865141" y="871147"/>
            <a:ext cx="10488660" cy="5114714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D2C85F1-A25E-ACF0-F435-AF8D6EFBDC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35585" y="871147"/>
            <a:ext cx="0" cy="5114714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79590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489B7BFD-8F45-4093-AD9C-91B15B050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42BC7E5-76DB-4826-8C07-4A49B6353F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479558"/>
            <a:ext cx="1861854" cy="717514"/>
            <a:chOff x="0" y="1479558"/>
            <a:chExt cx="1861854" cy="717514"/>
          </a:xfrm>
          <a:solidFill>
            <a:schemeClr val="bg1"/>
          </a:solidFill>
        </p:grpSpPr>
        <p:sp>
          <p:nvSpPr>
            <p:cNvPr id="31" name="Freeform: Shape 28">
              <a:extLst>
                <a:ext uri="{FF2B5EF4-FFF2-40B4-BE49-F238E27FC236}">
                  <a16:creationId xmlns:a16="http://schemas.microsoft.com/office/drawing/2014/main" id="{E16C8D8F-10E9-4498-ABDB-0F923F8B68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1479558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7963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283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7963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283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E5A83E3-8A11-4492-BB6E-F5F2240316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1919293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8208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475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8208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475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</p:grp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498F8FF6-43B4-494A-AF8F-123A4983ED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018992" y="-34538"/>
            <a:ext cx="6655405" cy="6335470"/>
          </a:xfrm>
          <a:custGeom>
            <a:avLst/>
            <a:gdLst>
              <a:gd name="connsiteX0" fmla="*/ 1825048 w 6355652"/>
              <a:gd name="connsiteY0" fmla="*/ 0 h 6050127"/>
              <a:gd name="connsiteX1" fmla="*/ 4530604 w 6355652"/>
              <a:gd name="connsiteY1" fmla="*/ 0 h 6050127"/>
              <a:gd name="connsiteX2" fmla="*/ 4692567 w 6355652"/>
              <a:gd name="connsiteY2" fmla="*/ 78022 h 6050127"/>
              <a:gd name="connsiteX3" fmla="*/ 6355652 w 6355652"/>
              <a:gd name="connsiteY3" fmla="*/ 2872301 h 6050127"/>
              <a:gd name="connsiteX4" fmla="*/ 3177826 w 6355652"/>
              <a:gd name="connsiteY4" fmla="*/ 6050127 h 6050127"/>
              <a:gd name="connsiteX5" fmla="*/ 0 w 6355652"/>
              <a:gd name="connsiteY5" fmla="*/ 2872301 h 6050127"/>
              <a:gd name="connsiteX6" fmla="*/ 1663086 w 6355652"/>
              <a:gd name="connsiteY6" fmla="*/ 78022 h 605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55652" h="6050127">
                <a:moveTo>
                  <a:pt x="1825048" y="0"/>
                </a:moveTo>
                <a:lnTo>
                  <a:pt x="4530604" y="0"/>
                </a:lnTo>
                <a:lnTo>
                  <a:pt x="4692567" y="78022"/>
                </a:lnTo>
                <a:cubicBezTo>
                  <a:pt x="5683175" y="616152"/>
                  <a:pt x="6355652" y="1665694"/>
                  <a:pt x="6355652" y="2872301"/>
                </a:cubicBezTo>
                <a:cubicBezTo>
                  <a:pt x="6355652" y="4627366"/>
                  <a:pt x="4932891" y="6050127"/>
                  <a:pt x="3177826" y="6050127"/>
                </a:cubicBezTo>
                <a:cubicBezTo>
                  <a:pt x="1422761" y="6050127"/>
                  <a:pt x="0" y="4627366"/>
                  <a:pt x="0" y="2872301"/>
                </a:cubicBezTo>
                <a:cubicBezTo>
                  <a:pt x="0" y="1665694"/>
                  <a:pt x="672477" y="616152"/>
                  <a:pt x="1663086" y="78022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2B06059C-C357-4011-82B9-9C01063013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5194" y="-23905"/>
            <a:ext cx="6705251" cy="6318526"/>
          </a:xfrm>
          <a:custGeom>
            <a:avLst/>
            <a:gdLst>
              <a:gd name="connsiteX0" fmla="*/ 1825048 w 6355652"/>
              <a:gd name="connsiteY0" fmla="*/ 0 h 6050127"/>
              <a:gd name="connsiteX1" fmla="*/ 4530604 w 6355652"/>
              <a:gd name="connsiteY1" fmla="*/ 0 h 6050127"/>
              <a:gd name="connsiteX2" fmla="*/ 4692567 w 6355652"/>
              <a:gd name="connsiteY2" fmla="*/ 78022 h 6050127"/>
              <a:gd name="connsiteX3" fmla="*/ 6355652 w 6355652"/>
              <a:gd name="connsiteY3" fmla="*/ 2872301 h 6050127"/>
              <a:gd name="connsiteX4" fmla="*/ 3177826 w 6355652"/>
              <a:gd name="connsiteY4" fmla="*/ 6050127 h 6050127"/>
              <a:gd name="connsiteX5" fmla="*/ 0 w 6355652"/>
              <a:gd name="connsiteY5" fmla="*/ 2872301 h 6050127"/>
              <a:gd name="connsiteX6" fmla="*/ 1663086 w 6355652"/>
              <a:gd name="connsiteY6" fmla="*/ 78022 h 605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55652" h="6050127">
                <a:moveTo>
                  <a:pt x="1825048" y="0"/>
                </a:moveTo>
                <a:lnTo>
                  <a:pt x="4530604" y="0"/>
                </a:lnTo>
                <a:lnTo>
                  <a:pt x="4692567" y="78022"/>
                </a:lnTo>
                <a:cubicBezTo>
                  <a:pt x="5683175" y="616152"/>
                  <a:pt x="6355652" y="1665694"/>
                  <a:pt x="6355652" y="2872301"/>
                </a:cubicBezTo>
                <a:cubicBezTo>
                  <a:pt x="6355652" y="4627366"/>
                  <a:pt x="4932891" y="6050127"/>
                  <a:pt x="3177826" y="6050127"/>
                </a:cubicBezTo>
                <a:cubicBezTo>
                  <a:pt x="1422761" y="6050127"/>
                  <a:pt x="0" y="4627366"/>
                  <a:pt x="0" y="2872301"/>
                </a:cubicBezTo>
                <a:cubicBezTo>
                  <a:pt x="0" y="1665694"/>
                  <a:pt x="672477" y="616152"/>
                  <a:pt x="1663086" y="78022"/>
                </a:cubicBezTo>
                <a:close/>
              </a:path>
            </a:pathLst>
          </a:cu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5AFEC601-A132-47EE-B0C2-B38ACD9FCE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86886" y="-23905"/>
            <a:ext cx="6705251" cy="6215019"/>
          </a:xfrm>
          <a:custGeom>
            <a:avLst/>
            <a:gdLst>
              <a:gd name="connsiteX0" fmla="*/ 1529549 w 6355652"/>
              <a:gd name="connsiteY0" fmla="*/ 0 h 5890980"/>
              <a:gd name="connsiteX1" fmla="*/ 4826104 w 6355652"/>
              <a:gd name="connsiteY1" fmla="*/ 0 h 5890980"/>
              <a:gd name="connsiteX2" fmla="*/ 4954579 w 6355652"/>
              <a:gd name="connsiteY2" fmla="*/ 78051 h 5890980"/>
              <a:gd name="connsiteX3" fmla="*/ 6355652 w 6355652"/>
              <a:gd name="connsiteY3" fmla="*/ 2713154 h 5890980"/>
              <a:gd name="connsiteX4" fmla="*/ 3177826 w 6355652"/>
              <a:gd name="connsiteY4" fmla="*/ 5890980 h 5890980"/>
              <a:gd name="connsiteX5" fmla="*/ 0 w 6355652"/>
              <a:gd name="connsiteY5" fmla="*/ 2713154 h 5890980"/>
              <a:gd name="connsiteX6" fmla="*/ 1401073 w 6355652"/>
              <a:gd name="connsiteY6" fmla="*/ 78051 h 5890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55652" h="5890980">
                <a:moveTo>
                  <a:pt x="1529549" y="0"/>
                </a:moveTo>
                <a:lnTo>
                  <a:pt x="4826104" y="0"/>
                </a:lnTo>
                <a:lnTo>
                  <a:pt x="4954579" y="78051"/>
                </a:lnTo>
                <a:cubicBezTo>
                  <a:pt x="5799886" y="649129"/>
                  <a:pt x="6355652" y="1616239"/>
                  <a:pt x="6355652" y="2713154"/>
                </a:cubicBezTo>
                <a:cubicBezTo>
                  <a:pt x="6355652" y="4468219"/>
                  <a:pt x="4932891" y="5890980"/>
                  <a:pt x="3177826" y="5890980"/>
                </a:cubicBezTo>
                <a:cubicBezTo>
                  <a:pt x="1422761" y="5890980"/>
                  <a:pt x="0" y="4468219"/>
                  <a:pt x="0" y="2713154"/>
                </a:cubicBezTo>
                <a:cubicBezTo>
                  <a:pt x="0" y="1616239"/>
                  <a:pt x="555766" y="649129"/>
                  <a:pt x="1401073" y="78051"/>
                </a:cubicBezTo>
                <a:close/>
              </a:path>
            </a:pathLst>
          </a:cu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F3DF09-3555-01EB-A0CF-5096AB8E9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2409" y="895483"/>
            <a:ext cx="5786232" cy="301119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altLang="zh-CN" sz="54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Duffering </a:t>
            </a:r>
            <a:r>
              <a:rPr lang="en-US" sz="54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Oscillator</a:t>
            </a:r>
          </a:p>
        </p:txBody>
      </p:sp>
      <p:sp>
        <p:nvSpPr>
          <p:cNvPr id="38" name="Graphic 212">
            <a:extLst>
              <a:ext uri="{FF2B5EF4-FFF2-40B4-BE49-F238E27FC236}">
                <a16:creationId xmlns:a16="http://schemas.microsoft.com/office/drawing/2014/main" id="{279CAF82-0ECF-42BE-8F37-F71941E5D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34716" y="188494"/>
            <a:ext cx="1048371" cy="1048371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40" name="Graphic 212">
            <a:extLst>
              <a:ext uri="{FF2B5EF4-FFF2-40B4-BE49-F238E27FC236}">
                <a16:creationId xmlns:a16="http://schemas.microsoft.com/office/drawing/2014/main" id="{218E095B-4870-4AD5-9C41-C16D595235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34716" y="188494"/>
            <a:ext cx="1048371" cy="1048371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grpSp>
        <p:nvGrpSpPr>
          <p:cNvPr id="42" name="Graphic 185">
            <a:extLst>
              <a:ext uri="{FF2B5EF4-FFF2-40B4-BE49-F238E27FC236}">
                <a16:creationId xmlns:a16="http://schemas.microsoft.com/office/drawing/2014/main" id="{FB9739EB-7F66-433D-841F-AB3CD1870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583101" y="3578317"/>
            <a:ext cx="1054466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104F2BBD-A005-4DCB-9566-F2351050BE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8B00DEC7-198B-49D1-98FD-018F3ECFC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F14DFC82-B3B3-468E-91B3-1302CFC684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3250EFE-214E-4B8E-AF96-036A514FFB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AD058EBE-D4A5-4C43-B170-6A451F87A7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9" name="Oval 48">
            <a:extLst>
              <a:ext uri="{FF2B5EF4-FFF2-40B4-BE49-F238E27FC236}">
                <a16:creationId xmlns:a16="http://schemas.microsoft.com/office/drawing/2014/main" id="{033BC44A-0661-43B4-9C14-FD5963C22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44525" y="4910353"/>
            <a:ext cx="468090" cy="468090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BE8CB2F0-2F5A-4EBD-B214-E0309C31F5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44525" y="4910353"/>
            <a:ext cx="468090" cy="468090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FFD3887D-244B-4EC4-9208-E304984C5D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422467" y="4200769"/>
            <a:ext cx="2769534" cy="2657232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97224C31-855E-4593-8A58-5B2B0CC4F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422467" y="4200769"/>
            <a:ext cx="2769534" cy="2657232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69943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64DA566-4421-BD69-9864-0A8CFD69F7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5081"/>
          <a:stretch>
            <a:fillRect/>
          </a:stretch>
        </p:blipFill>
        <p:spPr>
          <a:xfrm>
            <a:off x="94869" y="0"/>
            <a:ext cx="11743705" cy="6604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021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28B41-4C6B-3542-845F-F814E549D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4C62DC-923D-48B0-FE5B-51DC9D5B97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415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1326</TotalTime>
  <Words>28</Words>
  <Application>Microsoft Macintosh PowerPoint</Application>
  <PresentationFormat>Widescreen</PresentationFormat>
  <Paragraphs>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Office Theme</vt:lpstr>
      <vt:lpstr>Week 6</vt:lpstr>
      <vt:lpstr>    Input Scaling</vt:lpstr>
      <vt:lpstr>                parameter error</vt:lpstr>
      <vt:lpstr>              amount of initial points</vt:lpstr>
      <vt:lpstr>            Lotka-voterra experiments</vt:lpstr>
      <vt:lpstr>PowerPoint Presentation</vt:lpstr>
      <vt:lpstr>PowerPoint Presentation</vt:lpstr>
      <vt:lpstr>PowerPoint Presentation</vt:lpstr>
      <vt:lpstr> Duffering Oscillator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 Wang</dc:creator>
  <cp:lastModifiedBy>Lu Wang</cp:lastModifiedBy>
  <cp:revision>3</cp:revision>
  <dcterms:created xsi:type="dcterms:W3CDTF">2026-06-10T22:55:36Z</dcterms:created>
  <dcterms:modified xsi:type="dcterms:W3CDTF">2026-06-11T21:39:22Z</dcterms:modified>
</cp:coreProperties>
</file>