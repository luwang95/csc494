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4"/>
  </p:normalViewPr>
  <p:slideViewPr>
    <p:cSldViewPr snapToGrid="0">
      <p:cViewPr varScale="1">
        <p:scale>
          <a:sx n="100" d="100"/>
          <a:sy n="100" d="100"/>
        </p:scale>
        <p:origin x="3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4CE69-7849-538E-85F6-AC69BA13E0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DF7C52-7FDC-77FB-D404-FD6E4E53C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82ACA-573A-2943-8DF2-45F2740BA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7B180-B108-AF47-BA8A-14023B148B78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3008F-E85A-D57B-5DB0-CF10F7A7C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E9109-CA36-8619-4F8B-E53AFE1B5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92EF-F41D-2647-A125-EED5E0967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35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ED1E-8317-26C4-9C3E-0B5A8C21F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226EB-570F-7B25-964E-12C47AABE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49C32-204C-BD86-8075-0F364CB69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7B180-B108-AF47-BA8A-14023B148B78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E8429-988F-751C-892F-08C72C307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16B8B-4066-7E18-B6B7-C3990FE28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92EF-F41D-2647-A125-EED5E0967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69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349F5-CAD7-2FAB-6228-65884043B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8CFEB-585E-60F2-E615-006C845A7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EE2B9-F5DF-67CB-65D7-7A184F433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7B180-B108-AF47-BA8A-14023B148B78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719D7-084B-2461-F768-F513CBC9E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4D6D7-8A29-086F-67DC-15B711DAD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92EF-F41D-2647-A125-EED5E0967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52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13F0F-2AFA-1CF6-E30A-DD6E39607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D33B0-F1E9-E860-D8CD-576537F455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5A5EE-54E7-92A3-CD65-614C79603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03A0F-8F0F-4FFC-9723-AA93E13E8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7B180-B108-AF47-BA8A-14023B148B78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E38B0-B053-5B42-0A8E-1BC6B2105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27CF2-E073-5482-3009-A18AD76C6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92EF-F41D-2647-A125-EED5E0967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56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C9325-87C4-3A24-8250-CCCA3589D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0BA145-FAE8-6C69-B7BB-A57FCA13E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6677F3-6288-D495-6EC2-D780199D51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7602A2-002F-0097-9454-74513D9F6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011729-F2C4-8497-3F28-A3616FBBED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2353AE-6F71-0374-2D8B-6C6AE5B96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7B180-B108-AF47-BA8A-14023B148B78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628777-F30A-B25B-8C89-0833CAA42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709A5F-488C-8F0D-7C28-E286BFD53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92EF-F41D-2647-A125-EED5E0967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74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F1D0-03EB-5561-2667-B31CC5A26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3BC4E0-F60C-C302-FA9B-8675BEF97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7B180-B108-AF47-BA8A-14023B148B78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0F37B-E5D4-9BC5-8692-279401700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E1614B-55F5-4CD7-CA51-73E8C596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92EF-F41D-2647-A125-EED5E0967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813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56196B-5776-07DF-D983-A6CD56439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7B180-B108-AF47-BA8A-14023B148B78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362B2A-E09D-C1E5-00B5-984A7557A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C9B44-326A-0793-D1A7-363A957F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92EF-F41D-2647-A125-EED5E0967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879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EE5CC-3915-F7B3-2467-9C960177A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E8B2E-3B7E-C900-7EF7-0B26FAF33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518E0-F0A7-A700-DEFD-F8C84DAF6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FC3C9-99B6-A012-21ED-269521657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7B180-B108-AF47-BA8A-14023B148B78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EE554-0F4F-FFA5-6C78-6EB9C85D5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3D0F7-281B-EB29-A8C9-5EF4C3898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92EF-F41D-2647-A125-EED5E0967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898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122CA-6CE6-666C-BB4F-95F05F068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E9495D-DC41-DCDD-8BBD-B4DAC678BC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7AFDA-9ACD-D8BA-EED7-86ED5B57F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70CB0-EBE5-A260-F086-76467D56A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7B180-B108-AF47-BA8A-14023B148B78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EF604-9342-4624-1440-96335D435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8B0CB-F3EF-908D-1105-21EFD352F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92EF-F41D-2647-A125-EED5E0967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964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2456D-46B7-1F4A-DFF9-930A0E408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FDF1E6-98F7-2AC0-9F05-F199858E76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41CC5-0081-F11E-F337-F07214A10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7B180-B108-AF47-BA8A-14023B148B78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A1559-3565-C6D0-9A3F-B3963FA6F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CFC49-9769-67D4-F593-9CBEAC448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92EF-F41D-2647-A125-EED5E0967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459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971D8F-FCBC-FBFD-C53C-D8D3E01FF4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D0EF37-4455-33F8-A1BC-7C03A61DBD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27A62-2D2E-D126-7EE1-A9EF9A10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7B180-B108-AF47-BA8A-14023B148B78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4FC9C-AD05-37BA-0811-9BA7134FC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2D969-D482-5522-B8B7-90EE6FF5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92EF-F41D-2647-A125-EED5E0967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51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8CD787-FD92-EA9C-C1AB-AF08424DA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D6775-0666-249A-8B9A-54E759FEC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9BFF5-C05C-F3CD-87E1-FB0A272C6A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37B180-B108-AF47-BA8A-14023B148B78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9B70E-4AA6-CB2B-3C30-325CD7C8B9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EFB7A-437E-2076-EB67-1EA27F94F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2892EF-F41D-2647-A125-EED5E0967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88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ABEFC-20A1-9BFB-A6FD-9420D654A5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B784F-5C25-AB78-9643-3C12B62C73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2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89E9E-EA46-284B-3F02-83AA575C1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6EE6B-4177-2E62-F3A0-A66AF4665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33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Macintosh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Week 8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 Wang</dc:creator>
  <cp:lastModifiedBy>Lu Wang</cp:lastModifiedBy>
  <cp:revision>1</cp:revision>
  <dcterms:created xsi:type="dcterms:W3CDTF">2026-06-24T06:03:09Z</dcterms:created>
  <dcterms:modified xsi:type="dcterms:W3CDTF">2026-06-24T06:03:39Z</dcterms:modified>
</cp:coreProperties>
</file>