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5"/>
  </p:normalViewPr>
  <p:slideViewPr>
    <p:cSldViewPr snapToGrid="0">
      <p:cViewPr varScale="1">
        <p:scale>
          <a:sx n="99" d="100"/>
          <a:sy n="99" d="100"/>
        </p:scale>
        <p:origin x="1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D64B-8939-EF73-9217-DA7706591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445AC-B70F-AB46-4A54-BC90ED7D4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A404F-DC15-8CD7-3162-47D9E5F7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87259-5FD3-F06A-DE57-1DB902C8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618B5-2E3D-C590-BC45-35A266C5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2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4622-EB8E-5F2A-DB66-E065FC01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96E74-A586-7466-B7E0-30F70C00C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303A0-359E-7A77-D895-577B92B3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BAE1E-1475-A9D7-5627-FA4A721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99BE-37FD-D6F7-AB92-E0170D3D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9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3093-6162-083C-C18E-0D6566BD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16B2B-9828-0A53-0C21-F867907E7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4BCB-9369-E105-DD17-DFEBBEBA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FDF6-0F05-2269-6906-E6100890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DDA6B-AD97-FF27-7D11-67E8FA25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5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2061-ED03-FEFA-C544-37AAC1AC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43F91-3872-51D7-203F-0AE0D0BCA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507F5-4989-E04E-772D-54DCB31B2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F6932-B18F-52C7-D385-7D0CF8EF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109DD-7C4E-086A-25A5-981FFB49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C94AF-CF78-632C-CCF1-FE59E76D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3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3D6A-5340-029A-27B7-DA691E34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C77DB-3597-6561-5E3E-A77205C76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FB408-9E18-13E6-7932-C253DD0E7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28D0E-4F85-6D9E-134F-E972357AD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0D1D0-9D5C-A2FD-BC14-63290D780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17DBC-CD84-0BAA-3F91-2C36CB9E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F3A52-06A7-1466-5453-6CFBFECB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522BC-2227-62D6-5B71-4779CB91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C9D-D39C-A576-C3B1-D902C773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30823-B614-5A6D-2F6E-5E79ABB6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6939C-6751-8EC1-F9AB-02BA2F63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8D460-1D54-27A2-94E8-ECC50930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1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5D4743-9B07-25F4-459F-76BD2195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94F3-1AF7-6653-93EA-08BA5B5F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91B21-C3A0-14D8-0268-FE1CF580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2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8A74-F110-D564-9C82-2B082A89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CEB7-34E8-6692-FBB9-311EFB9A9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CEA99-050B-F4C6-A475-8BEBC99B0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ED8B1-8BD5-C399-BC1C-34FDC34B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9E9F7-BFD6-BDC4-B59C-CD5639F5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2E9F4-1F0D-B587-6296-1DC337E3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0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40E0-596F-1E5F-0526-4C0A9934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EFA51-F8A3-AC05-E39D-CAB124EF1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5FA58-DC8E-4A5B-D9E4-E0EB7E461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A231D-EEA0-0619-42A1-684328B22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2C138-19F6-4227-7482-A32B0A0C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1FA46-5A47-B5B0-8026-E78FDB53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8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9CF5-9515-BE8F-E54E-49CB87701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82150-9DAF-8D43-DFBC-7ED55C45B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819D6-C11A-BB35-0A12-4224F5AB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928C-9DA5-AF32-AF31-033C1F35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B6A9F-6276-A185-F3ED-7C1A613D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6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07650-D0C2-5B89-0FE4-E915F7422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F9CBB-E50E-7585-176C-945EB8DDF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CD362-A9BC-6F4A-FB33-DA07DF5F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5677-0690-A92E-B32B-0CCE1391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7B45E-841C-25E5-8477-98CFCD91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2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17A4A-6998-1447-C389-326ADAED2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8BE57-55E5-28A6-367B-7763AA02B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EDF5-F593-0362-6848-683584530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6BB91-A948-7F4A-869E-64022EF656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D069F-6253-565E-ABA0-2A7A48ADA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6C3B3-2C16-E0E0-6513-2AD39F47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82988-7895-4B41-982D-B3B8B2673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11BC-3F0F-F0BC-D1DD-70AC04A69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F7752-FA2D-5E1F-78A1-07E24FFFC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9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4B2D-00CF-ECB8-08B5-B2375FA3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69CB2-23AF-1432-9747-51C3BCC86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200" y="3848366"/>
            <a:ext cx="10515600" cy="949061"/>
          </a:xfr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8A7CE0D-861C-50D4-BCFD-A52DEE111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989850"/>
            <a:ext cx="7772400" cy="147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9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1518-E20F-555E-5A97-26792581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73FD-0DE7-53D3-6B6B-5E1E726A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9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2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Week 11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2</cp:revision>
  <dcterms:created xsi:type="dcterms:W3CDTF">2026-07-15T06:01:59Z</dcterms:created>
  <dcterms:modified xsi:type="dcterms:W3CDTF">2026-07-17T01:33:31Z</dcterms:modified>
</cp:coreProperties>
</file>