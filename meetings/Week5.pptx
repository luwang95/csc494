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543D-8103-3003-8405-85F187F31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FE14E-6402-15A0-F56D-E0547B8FB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A2C0A-C27E-A00B-FE1B-31B877A71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28089-2AFB-4D51-7A6A-DDE5E8BF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C95B7-4418-1205-995E-0D0A9EA9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1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D3A4-FD76-4822-16FE-A1B8CECEA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ED358-B49C-0AE9-8541-CB1FF830D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48083-80E2-4E67-616B-F8CF10D4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EA241-007E-D675-28A3-E5C0EBBC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1A351-AFFC-46DC-2A7E-B53430BB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7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C340-531D-B4B5-22DD-D11123ED2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60423-B7E6-D6F8-E370-F52D5BD9A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B08F2-9CFE-C480-D976-83406C00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6903-0C2A-8F57-97A0-081AD38AE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FC2B6-EA7C-6AC9-8029-E6D3F8A3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F6A5-3EFF-0ED3-2B52-B0DAE9BD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CF030-9EA0-5088-9AA9-C425EEE48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99E11-037C-8127-2743-B6C7A9BFD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EBFCA-D4DF-EF9C-0962-14C2C7916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49ED8-8415-BA58-4825-10BFF64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4EEA6-374B-5EC2-E293-2578BAB1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5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7A9A-7CF4-3F89-74D6-9543EAAE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6D58-1F83-6D68-F484-63B1B0EAF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DBD78-A875-0CC1-3CC8-16F976FD0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22EED-640E-4766-5494-6FF796E40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984EF-468E-D382-E26C-9CE79BB72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7CC1E-DEC6-065A-9930-1C930CE5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D80B2-9632-215C-8570-2D4AE8E4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E5CE68-F9B2-F5F5-EB49-B96CAEEA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7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80F5A-3BB1-2247-C637-77A9898F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7EBB6-0358-7D05-00E7-3B9D0F890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361C2-6FA5-9FE3-BFD3-78687F200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72E78-23D6-9297-137E-C671A075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6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FD61C-47FF-3876-C4C3-D753FDED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BE2B2-CE6C-0F80-1F29-3097312C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32544-D140-43C4-8DA0-76562153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2063-DE65-DB94-D0D5-8B2CFCA0B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8EB05-0D69-7827-5E4C-428FA247F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840C2-D654-9060-1AB5-AE301198C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A0750-CDD2-D353-9EF3-0E8E450C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07259-5A2C-D519-37F4-69694960A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1C257-A411-AD53-1871-AEAFCE69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8407-3DE1-8671-F6C9-D226606A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DD903-B30F-A631-DAB2-C4AFFC6C9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E4C7B-666F-C727-2921-F9FF1AF5B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64BA8-500A-5608-35CD-A47384F6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1CB50-DD27-8C9D-D58D-5885497A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0ECDB-C8AC-8B17-8BCD-8C9E5E48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3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5ACB-CAA4-DFEF-DEA6-9B0851E7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8BBFC-F5AC-DCAE-B8B8-33541870C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A187C-DD38-EDA2-417A-78B47D7E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04A9E-58D2-A8D3-4D33-F5211925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69DB8-8F95-23E4-0CF0-7162095DE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8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16B38-11AC-FDA2-1ACC-F446F42CB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0C876-8EB6-6590-5027-A4A5F71B6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BD09A-CBCB-1034-C97D-BA146B387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92CF2-68EF-674F-C555-F061C69E7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65F32-9EC6-AF1F-FBC4-B513FBD1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43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A283A8-7A1C-E69F-225F-BA3CEFF06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CCA66-3431-CA72-8CBE-D40D44BFB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ADBD4-EDF7-5912-8348-69CCF4AE2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43880-B4D3-EF4E-9572-F049951D633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A5D8B-4778-3712-EB0E-CCA5F9C12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82F5F-6455-1157-8AC3-3176707E3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18C267-0061-9044-81ED-11B1E0582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2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F5290-3921-F266-21D5-41A419B943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E3C8A-2DA4-C9A9-98B6-79599F1AD1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2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32A2-CDDB-1E01-94D7-C80BE5B1A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zh-CN" altLang="en-US" dirty="0"/>
              <a:t>    </a:t>
            </a:r>
            <a:r>
              <a:rPr lang="en-US" altLang="zh-CN" dirty="0"/>
              <a:t>Advantage of Residual Neural 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498DF-5F6C-EFD7-2004-8180840B1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just want to fit the trajectory, why residual neural ode?</a:t>
            </a:r>
          </a:p>
          <a:p>
            <a:r>
              <a:rPr lang="en-CA" dirty="0"/>
              <a:t>Extrapolation</a:t>
            </a:r>
            <a:r>
              <a:rPr lang="en-US" dirty="0"/>
              <a:t> </a:t>
            </a:r>
            <a:r>
              <a:rPr lang="en-CA" dirty="0"/>
              <a:t>(</a:t>
            </a:r>
            <a:r>
              <a:rPr lang="en-US" dirty="0"/>
              <a:t> </a:t>
            </a:r>
            <a:r>
              <a:rPr lang="en-CA" dirty="0"/>
              <a:t>parameter recovery helps)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420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B1790-81B2-A508-970E-4ECA72D5A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			         Visualization</a:t>
            </a: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1D193B-87EC-3741-7411-72A095E5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3297047"/>
            <a:ext cx="3758184" cy="2245515"/>
          </a:xfrm>
          <a:prstGeom prst="rect">
            <a:avLst/>
          </a:prstGeom>
        </p:spPr>
      </p:pic>
      <p:pic>
        <p:nvPicPr>
          <p:cNvPr id="9" name="Picture 8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8C2BD1E2-6F07-B17A-D159-E07247EF8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908" y="3320536"/>
            <a:ext cx="3758184" cy="2198537"/>
          </a:xfrm>
          <a:prstGeom prst="rect">
            <a:avLst/>
          </a:prstGeom>
        </p:spPr>
      </p:pic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45E79EC6-2889-B467-3466-F993D1D6C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141208" y="3447375"/>
            <a:ext cx="3758184" cy="194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93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C80D-F7B2-1EEA-5EA2-ED62E753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  Mask and multi-transformation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B1E6E-E663-9969-555F-2C18BE5DA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A87B-8784-EA5A-DBC2-8D7F5FC6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/>
              <a:t>	      Code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9FBA3-E87C-0192-75C2-E9175A399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88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44</Words>
  <Application>Microsoft Macintosh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Week 5</vt:lpstr>
      <vt:lpstr>     Advantage of Residual Neural ODE</vt:lpstr>
      <vt:lpstr>            Visualization</vt:lpstr>
      <vt:lpstr>    Mask and multi-transformation</vt:lpstr>
      <vt:lpstr>        Code Walkthrough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Wang</dc:creator>
  <cp:lastModifiedBy>Lu Wang</cp:lastModifiedBy>
  <cp:revision>1</cp:revision>
  <dcterms:created xsi:type="dcterms:W3CDTF">2026-06-04T06:13:09Z</dcterms:created>
  <dcterms:modified xsi:type="dcterms:W3CDTF">2026-06-04T06:55:40Z</dcterms:modified>
</cp:coreProperties>
</file>