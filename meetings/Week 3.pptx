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1"/>
  </p:normalViewPr>
  <p:slideViewPr>
    <p:cSldViewPr snapToGrid="0">
      <p:cViewPr>
        <p:scale>
          <a:sx n="131" d="100"/>
          <a:sy n="131" d="100"/>
        </p:scale>
        <p:origin x="9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4F309D-455C-3F46-AF7C-E5328488BB3A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AE4AC9-C461-5546-AB9F-0A73724D9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394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E4AC9-C461-5546-AB9F-0A73724D90F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824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8D2AE-B3FD-432C-AA8D-E57573689C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C3FD89-DD06-5FD4-09D6-E3D1D35696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83359-83A5-AD41-D329-389F9DAA8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1750E-EBC4-2547-936E-2A5561E1C739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1F556-A326-B10D-705A-B093CE61E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E22E6-E479-E0C3-1E2F-508D38F84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97422-D495-CC44-B45E-E38AD2E6B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81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C00AB-41DE-FEB4-A12F-B51AC23CD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8497F-EABA-FC21-BCE2-F9D4596B2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39525-EB97-B9D6-D046-4A9A9D818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1750E-EBC4-2547-936E-2A5561E1C739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A05CC3-76D5-A1AF-A7C7-6DAB5F21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F4BCF-1FC1-8448-9C4C-B0019BCC4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97422-D495-CC44-B45E-E38AD2E6B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146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B5E60-2ECE-7C48-7000-1B2FEE4BB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A540EC-1A72-8B22-2101-AAAD3BAFC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813A1-6A76-1F7A-620F-542948FBD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1750E-EBC4-2547-936E-2A5561E1C739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C8CE5-ABBA-97A4-2E19-B5F51465E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3A3E0-0BB5-6DF2-DB0C-0F2BB6C38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97422-D495-CC44-B45E-E38AD2E6B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022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953ED-F528-DF17-5C6A-2CFC18C6C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3F852-67E7-B87B-435D-BF5B3DB787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F92ACB-3DE2-BB69-25EA-F2AB8B56C3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990F5E-3C0E-FE6A-ED4A-4F80D375A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1750E-EBC4-2547-936E-2A5561E1C739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D20425-727E-D2A5-CF02-0E52FBB49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3CC427-87D2-D0FC-2075-140BBBF27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97422-D495-CC44-B45E-E38AD2E6B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856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84B02-22E6-8836-AAA0-6EE45DA7C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C2380F-CF57-0808-BE41-F327AA122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2BD437-B6DD-E706-C11D-8370C5B11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34274-04CC-7B93-33AD-F1150F89E7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A2D490-1270-0829-2702-03E5F2B076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807471-7C8F-A1D9-1F81-59A26FC4B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1750E-EBC4-2547-936E-2A5561E1C739}" type="datetimeFigureOut">
              <a:rPr lang="en-US" smtClean="0"/>
              <a:t>5/19/26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DD753E-34CB-9E46-7FE0-E0F59046F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E311BA-0037-B18B-8317-237163855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97422-D495-CC44-B45E-E38AD2E6B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453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6993F-27AE-BEBE-AC86-09EBA8492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8E1414-1E27-A6AA-650A-C0DFB408E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1750E-EBC4-2547-936E-2A5561E1C739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E513A3-C2FB-A6A0-F041-D5EB42171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BADE5F-1949-8046-97AE-D75255E4D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97422-D495-CC44-B45E-E38AD2E6B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488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CC8F2D-34DF-A772-E66A-662FA00A2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1750E-EBC4-2547-936E-2A5561E1C739}" type="datetimeFigureOut">
              <a:rPr lang="en-US" smtClean="0"/>
              <a:t>5/19/26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CC400-624E-4C4E-804D-90720E5F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0E9F2-0876-7922-D456-13E72FDEE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97422-D495-CC44-B45E-E38AD2E6B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020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5EEA0-EF6B-C6B9-056B-CC4891319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3B35B-3B0B-6512-4A96-F09492FCF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5239A4-BE1D-2CD3-5EAB-4D060BA7A7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90A2EF-55D0-C522-A77D-F575DC69D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1750E-EBC4-2547-936E-2A5561E1C739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FB814C-D67A-59A4-2E16-1021A7110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ECC67-F9C9-301A-A4DF-F13839FDB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97422-D495-CC44-B45E-E38AD2E6B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741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3DE21-3236-5069-303E-CD84F7E09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203E7F-5355-E402-111F-266FEC2EAE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B89EB-1B2E-3EFF-2B4F-55A56476F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E2084-1902-6A44-2814-A1E6A531D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1750E-EBC4-2547-936E-2A5561E1C739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BB2374-243C-472B-782F-C1BE0BD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F0670B-51F2-7CCF-6C88-30FD819AE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97422-D495-CC44-B45E-E38AD2E6B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073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E7F7C-AD29-DD2B-B34F-072673FF0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474DD7-9713-E379-8264-ECEBFD9952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51511-87BD-93D6-B8E9-747FB208B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1750E-EBC4-2547-936E-2A5561E1C739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73672F-A0F3-A18F-07BC-8220BE04D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EE6F2-5C1A-C8F5-A589-8891F53BE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97422-D495-CC44-B45E-E38AD2E6B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136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399ADC-7721-7738-0DA5-CCCDB7D5E8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2F681D-D0F4-8973-7FAB-A16BE424B3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C9D54-1B18-4B45-06DA-52F67B4B5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1750E-EBC4-2547-936E-2A5561E1C739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A7FE3-41C5-F926-A2BB-34BEDB431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9F8CA-0F5A-EA64-E13D-E96408716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97422-D495-CC44-B45E-E38AD2E6B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382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0C70A1-8936-5314-24FC-E2DB4CB93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55374-B53B-4281-EED3-215AF0C60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8BD52-7B95-A0E1-9DA3-970F5540B8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31750E-EBC4-2547-936E-2A5561E1C739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4A12E-BA08-854C-616F-5E6771FC4A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9072F-5FDB-C7BE-0D63-2781CE1B2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097422-D495-CC44-B45E-E38AD2E6B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197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90876-C801-1084-37C6-60E0FA4A10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0F766F-A565-CAC7-5824-50F0CC9C0F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119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610E79-7F8B-DFEF-941B-86FD5F02A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Computational graph</a:t>
            </a:r>
          </a:p>
        </p:txBody>
      </p:sp>
      <p:pic>
        <p:nvPicPr>
          <p:cNvPr id="5" name="Content Placeholder 4" descr="A diagram of a graph&#10;&#10;AI-generated content may be incorrect.">
            <a:extLst>
              <a:ext uri="{FF2B5EF4-FFF2-40B4-BE49-F238E27FC236}">
                <a16:creationId xmlns:a16="http://schemas.microsoft.com/office/drawing/2014/main" id="{A0F5629D-6AD2-0462-B920-7DD1763E0D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22575" y="155696"/>
            <a:ext cx="3499104" cy="627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351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E343E-7CF9-10E9-17F1-CB251F536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thought of JAX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A5D0B-4D85-DB57-DDFE-A4A378CF0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JAX is more like a differentiable programming system more then a dl frame work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To what extend should we learn JAX?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742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17CDA-044B-643D-9D2A-D64F47289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24CE8-5A5C-D401-3C84-B49E8D2DE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we need the encoder for the NN?</a:t>
            </a:r>
          </a:p>
          <a:p>
            <a:endParaRPr lang="en-US" dirty="0"/>
          </a:p>
          <a:p>
            <a:r>
              <a:rPr lang="en-CA" dirty="0"/>
              <a:t>Autonomous System or not?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928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CFB0C-8860-B7AE-79A7-46F3BF7FE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Walk Through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BE416-E3EF-DD1D-75E9-91343D5D7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852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48</Words>
  <Application>Microsoft Macintosh PowerPoint</Application>
  <PresentationFormat>Widescreen</PresentationFormat>
  <Paragraphs>11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Week 3</vt:lpstr>
      <vt:lpstr>Computational graph</vt:lpstr>
      <vt:lpstr>Some thought of JAX</vt:lpstr>
      <vt:lpstr>PowerPoint Presentation</vt:lpstr>
      <vt:lpstr>Code Walk Through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 Wang</dc:creator>
  <cp:lastModifiedBy>Lu Wang</cp:lastModifiedBy>
  <cp:revision>1</cp:revision>
  <dcterms:created xsi:type="dcterms:W3CDTF">2026-05-20T00:05:01Z</dcterms:created>
  <dcterms:modified xsi:type="dcterms:W3CDTF">2026-05-20T06:25:40Z</dcterms:modified>
</cp:coreProperties>
</file>